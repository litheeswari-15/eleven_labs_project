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Startup Investment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Shark Tank India Dataset</a:t>
            </a:r>
          </a:p>
          <a:p>
            <a:r>
              <a:t>Data Analytics Internship Project</a:t>
            </a:r>
          </a:p>
          <a:p>
            <a:r>
              <a:t>Presented by: Litheeswari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Analyze startup investment trends</a:t>
            </a:r>
          </a:p>
          <a:p>
            <a:pPr>
              <a:defRPr sz="2200"/>
            </a:pPr>
            <a:r>
              <a:t>• Explore funding patterns and deal outcomes</a:t>
            </a:r>
          </a:p>
          <a:p>
            <a:pPr>
              <a:defRPr sz="2200"/>
            </a:pPr>
            <a:r>
              <a:t>• Visualize investor participation using Python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Analyze investment data</a:t>
            </a:r>
          </a:p>
          <a:p>
            <a:pPr>
              <a:defRPr sz="2200"/>
            </a:pPr>
            <a:r>
              <a:t>• Find top-funded startups</a:t>
            </a:r>
          </a:p>
          <a:p>
            <a:pPr>
              <a:defRPr sz="2200"/>
            </a:pPr>
            <a:r>
              <a:t>• Calculate investment statistics</a:t>
            </a:r>
          </a:p>
          <a:p>
            <a:pPr>
              <a:defRPr sz="2200"/>
            </a:pPr>
            <a:r>
              <a:t>• Study deal outcomes</a:t>
            </a:r>
          </a:p>
          <a:p>
            <a:pPr>
              <a:defRPr sz="2200"/>
            </a:pPr>
            <a:r>
              <a:t>• Create visualizations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Python</a:t>
            </a:r>
          </a:p>
          <a:p>
            <a:pPr>
              <a:defRPr sz="2200"/>
            </a:pPr>
            <a:r>
              <a:t>• Pandas</a:t>
            </a:r>
          </a:p>
          <a:p>
            <a:pPr>
              <a:defRPr sz="2200"/>
            </a:pPr>
            <a:r>
              <a:t>• Matplotlib</a:t>
            </a:r>
          </a:p>
          <a:p>
            <a:pPr>
              <a:defRPr sz="2200"/>
            </a:pPr>
            <a:r>
              <a:t>• VS Code / Jupyter Notebook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Dataset: Shark Tank India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Features:</a:t>
            </a:r>
          </a:p>
          <a:p>
            <a:pPr>
              <a:defRPr sz="2200"/>
            </a:pPr>
            <a:r>
              <a:t>• Brand Name</a:t>
            </a:r>
          </a:p>
          <a:p>
            <a:pPr>
              <a:defRPr sz="2200"/>
            </a:pPr>
            <a:r>
              <a:t>• Business Idea</a:t>
            </a:r>
          </a:p>
          <a:p>
            <a:pPr>
              <a:defRPr sz="2200"/>
            </a:pPr>
            <a:r>
              <a:t>• Deal Amount</a:t>
            </a:r>
          </a:p>
          <a:p>
            <a:pPr>
              <a:defRPr sz="2200"/>
            </a:pPr>
            <a:r>
              <a:t>• Deal Status</a:t>
            </a:r>
          </a:p>
          <a:p>
            <a:pPr>
              <a:defRPr sz="2200"/>
            </a:pPr>
            <a:r>
              <a:t>• Equity</a:t>
            </a:r>
          </a:p>
          <a:p>
            <a:pPr>
              <a:defRPr sz="2200"/>
            </a:pPr>
            <a:r>
              <a:t>• Sharks Invested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Load dataset</a:t>
            </a:r>
          </a:p>
          <a:p>
            <a:pPr>
              <a:defRPr sz="2200"/>
            </a:pPr>
            <a:r>
              <a:t>2. Data cleaning</a:t>
            </a:r>
          </a:p>
          <a:p>
            <a:pPr>
              <a:defRPr sz="2200"/>
            </a:pPr>
            <a:r>
              <a:t>3. Exploratory Data Analysis</a:t>
            </a:r>
          </a:p>
          <a:p>
            <a:pPr>
              <a:defRPr sz="2200"/>
            </a:pPr>
            <a:r>
              <a:t>4. Statistical analysis</a:t>
            </a:r>
          </a:p>
          <a:p>
            <a:pPr>
              <a:defRPr sz="2200"/>
            </a:pPr>
            <a:r>
              <a:t>5. Create charts</a:t>
            </a:r>
          </a:p>
          <a:p>
            <a:pPr>
              <a:defRPr sz="2200"/>
            </a:pPr>
            <a:r>
              <a:t>6. Generate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Total pitches</a:t>
            </a:r>
          </a:p>
          <a:p>
            <a:pPr>
              <a:defRPr sz="2200"/>
            </a:pPr>
            <a:r>
              <a:t>• Successful deals</a:t>
            </a:r>
          </a:p>
          <a:p>
            <a:pPr>
              <a:defRPr sz="2200"/>
            </a:pPr>
            <a:r>
              <a:t>• Total &amp; average investment</a:t>
            </a:r>
          </a:p>
          <a:p>
            <a:pPr>
              <a:defRPr sz="2200"/>
            </a:pPr>
            <a:r>
              <a:t>• Highest funded startups</a:t>
            </a:r>
          </a:p>
          <a:p>
            <a:pPr>
              <a:defRPr sz="2200"/>
            </a:pPr>
            <a:r>
              <a:t>• Shark participation</a:t>
            </a:r>
          </a:p>
          <a:p>
            <a:pPr>
              <a:defRPr sz="2200"/>
            </a:pPr>
            <a:r>
              <a:t>• Business idea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Top 10 Investments</a:t>
            </a:r>
          </a:p>
          <a:p>
            <a:pPr>
              <a:defRPr sz="2200"/>
            </a:pPr>
            <a:r>
              <a:t>• Investment Distribution</a:t>
            </a:r>
          </a:p>
          <a:p>
            <a:pPr>
              <a:defRPr sz="2200"/>
            </a:pPr>
            <a:r>
              <a:t>• Deals vs No Deals</a:t>
            </a:r>
          </a:p>
          <a:p>
            <a:pPr>
              <a:defRPr sz="2200"/>
            </a:pPr>
            <a:r>
              <a:t>• Top Business Ideas</a:t>
            </a:r>
          </a:p>
          <a:p>
            <a:pPr>
              <a:defRPr sz="2200"/>
            </a:pPr>
            <a:r>
              <a:t>• Number of Sharks Invested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Investment varies across startups</a:t>
            </a:r>
          </a:p>
          <a:p>
            <a:pPr>
              <a:defRPr sz="2200"/>
            </a:pPr>
            <a:r>
              <a:t>• Not all startups receive funding</a:t>
            </a:r>
          </a:p>
          <a:p>
            <a:pPr>
              <a:defRPr sz="2200"/>
            </a:pPr>
            <a:r>
              <a:t>• Multiple sharks invest in promising startups</a:t>
            </a:r>
          </a:p>
          <a:p>
            <a:pPr>
              <a:defRPr sz="2200"/>
            </a:pPr>
            <a:r>
              <a:t>• Business ideas influence investment 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Conclusion:</a:t>
            </a:r>
          </a:p>
          <a:p>
            <a:pPr>
              <a:defRPr sz="2200"/>
            </a:pPr>
            <a:r>
              <a:t>Python effectively analyzes startup investment trends.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Future Enhancements:</a:t>
            </a:r>
          </a:p>
          <a:p>
            <a:pPr>
              <a:defRPr sz="2200"/>
            </a:pPr>
            <a:r>
              <a:t>• Power BI Dashboard</a:t>
            </a:r>
          </a:p>
          <a:p>
            <a:pPr>
              <a:defRPr sz="2200"/>
            </a:pPr>
            <a:r>
              <a:t>• SQL Analysis</a:t>
            </a:r>
          </a:p>
          <a:p>
            <a:pPr>
              <a:defRPr sz="2200"/>
            </a:pPr>
            <a:r>
              <a:t>• Machine Learning Prediction</a:t>
            </a:r>
          </a:p>
          <a:p>
            <a:pPr>
              <a:defRPr sz="2200"/>
            </a:pPr>
            <a:r>
              <a:t>• Streamlit/Flask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